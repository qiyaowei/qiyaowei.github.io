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62" r:id="rId3"/>
    <p:sldId id="258" r:id="rId4"/>
    <p:sldId id="263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43"/>
  </p:normalViewPr>
  <p:slideViewPr>
    <p:cSldViewPr snapToGrid="0" snapToObjects="1">
      <p:cViewPr varScale="1">
        <p:scale>
          <a:sx n="105" d="100"/>
          <a:sy n="105" d="100"/>
        </p:scale>
        <p:origin x="84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7C5F12-0C42-9B4A-89F2-A6A53A58662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316B750-981B-674C-ABB0-01A1BBE5F32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F40D5-6B45-A44A-982C-4173342867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8510DC-443E-DB4E-ABA9-DBF9A5A16C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8220A2-2E2E-2C4D-A08C-68753CFD19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78385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C304E3-D557-2A4C-B810-879714A5A4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98C69B9-93A7-1A4B-A045-A5CC409E0B8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8A45C-6FE3-024A-A3E8-A1B3DA1956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95CE9-0C9F-B54B-85B6-18D634DC2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1DE082-337F-2D4F-B305-6DFD6B319F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150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C8E3F4-D34A-5A4D-9019-918819F581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3D7502-04B1-8F41-947E-5F3385982BE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7B3493-4A99-504C-830C-A013193246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E3952-314D-D04F-98D2-308E85E177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5C0DF9-B191-5743-B3AA-CF6BAFC7A4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14116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606A76-D92A-3648-9CB3-9A6244A321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DFDA57-D908-4B41-A4C6-FD513C3FFD7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3885509-0212-4548-A81D-BD8697C55C3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E76664-A045-F04B-8087-FB62F4FB02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A0C18E6-36C1-4948-A654-C643A3C5CD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891FBCB-7A60-BA4B-81D4-972781FE81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0186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7189515-21BC-F94C-892C-7A7DA617B8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C280961-9351-734D-95BD-C51725EC250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DC35E2C-D0BE-2641-93F2-9EEBA46106E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F25541D-40AA-A54A-937A-45F6FBF207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9B91E4D-984A-264D-9D77-3E03CEE83C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87BB7A0-8364-C944-A63D-F794AF380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8A54E6-B07D-FA45-9C92-FCC64A07DE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17E2175-09B9-C54F-9DF3-1A7B8E08EC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652072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2F9666-36F3-C648-9846-FCF6401958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B42CB64-DCEB-AE41-A71B-A5DF0012FD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0EBCDEC-7604-194E-8816-663B604C44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395550-E18B-A94D-BAD0-18EDAB8AE7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3755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1104853-BC8C-314F-A7ED-BCB8CE26C0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2D51256-E289-974D-BA11-9A0549DF746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BCB5FF5-6153-D841-B6D4-842206082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54137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A16AD7-7961-5445-AD38-D9EBAF56F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C1E826-C3DB-874B-B3DF-8026CDF62F9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01A6CD-35F3-4A4C-A0D1-8FF681CC0F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5FA9C1-C721-A048-8B75-CE68CA6911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52D89C9-20D9-FB45-BB7D-F0F79D3BE9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67A68A-8038-8A4A-827E-48D34B1A82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03403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0D541D-4051-914B-8B49-C2291EBE33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E156CB8-9B6C-FE46-A2C8-2CDA707093CB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C36EB9-223C-8444-BB5D-8AEC124446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75B119-23E8-E146-9C09-9EAF17ABD6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92533AD-A92C-E74E-AC55-873035FA7A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4C4C073-6BF1-424F-A48D-B178F24D61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490830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70E40-1E55-5C46-B60E-5EBA145D54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7C89C14-9D43-D941-BAFD-DBD1C3479EC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E0F2A5-051B-3547-8424-A94ACDEF92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A9759-94F0-084F-B406-DA54DD0B4A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79A939-3A02-AE48-A3DD-735132CDF4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334033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163F6BF-537B-444A-8614-0F42EB52C61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328952E-2E1D-344B-89AF-28E960D983E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1E9D24-0238-7948-85DD-A5943D2461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22AD30-F114-624D-9E3B-84577C22F3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44EB8B-8886-7346-BB3A-6822477C45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7235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F2A5100-54EF-B543-B983-F11AA46B77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8977E1D-71C3-8249-8813-AE07721D15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D9D4E-CD24-D94A-84E0-4A55D52FC57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CC2D444-B6B1-984D-AB77-DCEFE6347459}" type="datetimeFigureOut">
              <a:rPr lang="en-US" smtClean="0"/>
              <a:t>6/26/21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C1FECA0-98E0-814B-8144-7A3C014B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362AF1-216C-1C4B-A4E1-7C274B9C02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EC91CC-FCA5-8441-8A03-C6C6A9E5AE9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59642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https://arxiv.org/pdf/2106.07278.pdf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51773C-3F3B-E24A-BA89-A3434E23848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584325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-CA" dirty="0"/>
              <a:t>Which Mutual-Information Representation Learning Objectives are Sufficient for Control? 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8C1416B-C24B-0943-86EC-A87ABC8B9C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4079875"/>
            <a:ext cx="9144000" cy="1655762"/>
          </a:xfrm>
        </p:spPr>
        <p:txBody>
          <a:bodyPr>
            <a:normAutofit/>
          </a:bodyPr>
          <a:lstStyle/>
          <a:p>
            <a:r>
              <a:rPr lang="en-US" dirty="0">
                <a:hlinkClick r:id="rId2"/>
              </a:rPr>
              <a:t>https://arxiv.org/pdf/2106.07278.pdf</a:t>
            </a:r>
            <a:endParaRPr lang="en-US" dirty="0"/>
          </a:p>
          <a:p>
            <a:r>
              <a:rPr lang="en-US" dirty="0" err="1"/>
              <a:t>tl;dr</a:t>
            </a:r>
            <a:r>
              <a:rPr lang="en-US" dirty="0"/>
              <a:t>: </a:t>
            </a:r>
            <a:r>
              <a:rPr lang="en-CA" dirty="0"/>
              <a:t>I(Zt+1;Zt,At) is sufficient, but</a:t>
            </a:r>
          </a:p>
          <a:p>
            <a:r>
              <a:rPr lang="en-CA" dirty="0"/>
              <a:t>I(</a:t>
            </a:r>
            <a:r>
              <a:rPr lang="en-CA" dirty="0" err="1"/>
              <a:t>Zt+k</a:t>
            </a:r>
            <a:r>
              <a:rPr lang="en-CA" dirty="0"/>
              <a:t>; </a:t>
            </a:r>
            <a:r>
              <a:rPr lang="en-CA" dirty="0" err="1"/>
              <a:t>Zt</a:t>
            </a:r>
            <a:r>
              <a:rPr lang="en-CA" dirty="0"/>
              <a:t>) or I(At; </a:t>
            </a:r>
            <a:r>
              <a:rPr lang="en-CA" dirty="0" err="1"/>
              <a:t>Zt+k|Zt</a:t>
            </a:r>
            <a:r>
              <a:rPr lang="en-CA" dirty="0"/>
              <a:t>) is not</a:t>
            </a:r>
          </a:p>
        </p:txBody>
      </p:sp>
    </p:spTree>
    <p:extLst>
      <p:ext uri="{BB962C8B-B14F-4D97-AF65-F5344CB8AC3E}">
        <p14:creationId xmlns:p14="http://schemas.microsoft.com/office/powerpoint/2010/main" val="25558327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C37A3-E849-AC40-A4FD-49339166A5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1</a:t>
            </a:r>
          </a:p>
        </p:txBody>
      </p:sp>
    </p:spTree>
    <p:extLst>
      <p:ext uri="{BB962C8B-B14F-4D97-AF65-F5344CB8AC3E}">
        <p14:creationId xmlns:p14="http://schemas.microsoft.com/office/powerpoint/2010/main" val="25983675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F504BE-5291-574A-ACE5-9405A3E34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Important Points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DEC4FD-7ED1-324C-AFCD-AED15722B2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CA" dirty="0"/>
              <a:t>1. “Forward information” contains max info and is sufficient</a:t>
            </a:r>
          </a:p>
          <a:p>
            <a:pPr lvl="1"/>
            <a:r>
              <a:rPr lang="en-CA" dirty="0"/>
              <a:t>Lemma 1: You can predict the reward function using forward information</a:t>
            </a:r>
          </a:p>
          <a:p>
            <a:pPr lvl="1"/>
            <a:r>
              <a:rPr lang="en-CA" dirty="0"/>
              <a:t>Lemma 2: Z contains as much information as S, hence sufficiency</a:t>
            </a:r>
          </a:p>
          <a:p>
            <a:pPr marL="457200" lvl="1" indent="0">
              <a:buNone/>
            </a:pPr>
            <a:endParaRPr lang="en-CA" dirty="0"/>
          </a:p>
          <a:p>
            <a:r>
              <a:rPr lang="en-CA" dirty="0"/>
              <a:t>2. Tuning the temperature parameter in </a:t>
            </a:r>
            <a:r>
              <a:rPr lang="en-CA" dirty="0" err="1"/>
              <a:t>InfoNCE</a:t>
            </a:r>
            <a:r>
              <a:rPr lang="en-CA" dirty="0"/>
              <a:t> helps</a:t>
            </a:r>
          </a:p>
          <a:p>
            <a:pPr marL="0" indent="0">
              <a:buNone/>
            </a:pPr>
            <a:endParaRPr lang="en-CA" dirty="0"/>
          </a:p>
          <a:p>
            <a:r>
              <a:rPr lang="en-CA" dirty="0"/>
              <a:t>3. Implicit feature modification removes “easy” features during training by maximizing the </a:t>
            </a:r>
            <a:r>
              <a:rPr lang="en-CA" dirty="0" err="1"/>
              <a:t>InfoNCE</a:t>
            </a:r>
            <a:r>
              <a:rPr lang="en-CA" dirty="0"/>
              <a:t> loss</a:t>
            </a:r>
          </a:p>
        </p:txBody>
      </p:sp>
    </p:spTree>
    <p:extLst>
      <p:ext uri="{BB962C8B-B14F-4D97-AF65-F5344CB8AC3E}">
        <p14:creationId xmlns:p14="http://schemas.microsoft.com/office/powerpoint/2010/main" val="168163643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CF99D1-3B08-6148-ABE5-5648BB2AD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Proof of Lemma 1</a:t>
            </a:r>
            <a:br>
              <a:rPr lang="en-US" dirty="0"/>
            </a:br>
            <a:r>
              <a:rPr lang="en-US" sz="2000" dirty="0"/>
              <a:t>cause the proof is graphical and easy to present</a:t>
            </a:r>
            <a:endParaRPr lang="en-US" dirty="0"/>
          </a:p>
        </p:txBody>
      </p:sp>
      <p:pic>
        <p:nvPicPr>
          <p:cNvPr id="5" name="Content Placeholder 4" descr="Diagram&#10;&#10;Description automatically generated">
            <a:extLst>
              <a:ext uri="{FF2B5EF4-FFF2-40B4-BE49-F238E27FC236}">
                <a16:creationId xmlns:a16="http://schemas.microsoft.com/office/drawing/2014/main" id="{083A143D-E7F8-254F-9644-EB462B4482C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380387" y="1825625"/>
            <a:ext cx="9431225" cy="4351338"/>
          </a:xfrm>
        </p:spPr>
      </p:pic>
    </p:spTree>
    <p:extLst>
      <p:ext uri="{BB962C8B-B14F-4D97-AF65-F5344CB8AC3E}">
        <p14:creationId xmlns:p14="http://schemas.microsoft.com/office/powerpoint/2010/main" val="1385144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F2D7D7-1A77-644F-BFED-D4B258BE7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Figure 2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4D030ED-8D2D-B745-9351-4AD688EE81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7591687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177</TotalTime>
  <Words>143</Words>
  <Application>Microsoft Macintosh PowerPoint</Application>
  <PresentationFormat>Widescreen</PresentationFormat>
  <Paragraphs>15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Arial</vt:lpstr>
      <vt:lpstr>Calibri</vt:lpstr>
      <vt:lpstr>Calibri Light</vt:lpstr>
      <vt:lpstr>Office Theme</vt:lpstr>
      <vt:lpstr>Which Mutual-Information Representation Learning Objectives are Sufficient for Control? </vt:lpstr>
      <vt:lpstr>Figure 1</vt:lpstr>
      <vt:lpstr>Important Points</vt:lpstr>
      <vt:lpstr>Proof of Lemma 1 cause the proof is graphical and easy to present</vt:lpstr>
      <vt:lpstr>Figure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Self-Attention Between Datapoints: Going Beyond Individual Input-Output Pairs in Deep Learning</dc:title>
  <dc:creator>Qiyao Wei</dc:creator>
  <cp:lastModifiedBy>Qiyao Wei</cp:lastModifiedBy>
  <cp:revision>14</cp:revision>
  <dcterms:created xsi:type="dcterms:W3CDTF">2021-06-09T11:46:50Z</dcterms:created>
  <dcterms:modified xsi:type="dcterms:W3CDTF">2021-06-26T07:13:48Z</dcterms:modified>
</cp:coreProperties>
</file>